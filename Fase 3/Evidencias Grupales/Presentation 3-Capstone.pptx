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GdNq9h2yiGYa9OwLBIiiEirlS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01888B-B3C9-44C5-9FC1-84B544D7EE01}">
  <a:tblStyle styleId="{EA01888B-B3C9-44C5-9FC1-84B544D7EE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abd2985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85abd29859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5abd29859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5abd2985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5abd29859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85abd29859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Capstone Presentation</a:t>
            </a:r>
            <a:br>
              <a:rPr lang="es-CL"/>
            </a:br>
            <a:r>
              <a:rPr lang="es-CL" sz="3200"/>
              <a:t>“LogisticFour”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Computer Engineering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School of Informatics and Telecommunications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Puente Alto Headquarters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63226" y="830634"/>
            <a:ext cx="6781052" cy="4590130"/>
            <a:chOff x="0" y="0"/>
            <a:chExt cx="6781052" cy="459013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Freddy Cardenas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Antonio Martinez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Mardones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Kevin Bustos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063226" y="5579789"/>
            <a:ext cx="6781052" cy="1067400"/>
            <a:chOff x="0" y="3522730"/>
            <a:chExt cx="6781052" cy="10674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Mario Silva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Project Description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or pain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company Distribuidora Andes Ltda. does not have centralized inventory control, which generates errors, losses and lack of traceability.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 centralized, real-time Inventory Manager with reports, alerts, and traceability to optimize control and reduce losses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 centralized Inventory Manager to reduce losses, optimize time, and ensure reliable information.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able to manage warehouse and branch inventories and obtain information about the status of products.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52400" y="1197198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Objective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52400" y="4009875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Scope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914374" y="1664801"/>
            <a:ext cx="100728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System Does: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inventory control.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incoming shipments, outgoing shipments, and transfers.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stock reports and alerts.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user roles and permissions.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product and supplier traceability.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it doesn't 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contabilidad ni facturación.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reemplaza el ERP financiero.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cubre logística de transporte.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capacita al personal automáticamente.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41421" y="1054450"/>
            <a:ext cx="62037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List of Functional Requirements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39475" y="2055425"/>
            <a:ext cx="10771800" cy="42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Features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Administrator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Auditor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Warehouse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Supplier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Product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Warehouse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Warehouse Inventory Manager by Warehouse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Branch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Branch Inventory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User Profile Manager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Send Alerts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Submit Reports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latin typeface="Calibri"/>
                <a:ea typeface="Calibri"/>
                <a:cs typeface="Calibri"/>
                <a:sym typeface="Calibri"/>
              </a:rPr>
              <a:t>View History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 of Non-Functional Requirements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System Features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Web and desktop platform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User-friendly interface: colors, typography, and ease of use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Secure, reliable, and capable of backing up data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Available every day and compatible with all devices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Correct, efficient operation with good interoperability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Optimal performance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5abd29859_4_0"/>
          <p:cNvSpPr txBox="1"/>
          <p:nvPr>
            <p:ph type="title"/>
          </p:nvPr>
        </p:nvSpPr>
        <p:spPr>
          <a:xfrm>
            <a:off x="1105500" y="869625"/>
            <a:ext cx="99810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-CL"/>
              <a:t>System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-CL"/>
              <a:t>(Use Case Diagram)</a:t>
            </a:r>
            <a:endParaRPr/>
          </a:p>
        </p:txBody>
      </p:sp>
      <p:pic>
        <p:nvPicPr>
          <p:cNvPr id="147" name="Google Shape;147;g385abd29859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7700" y="1882900"/>
            <a:ext cx="5258501" cy="48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641252" y="8724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System Design (Relational Model)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574667" y="1988906"/>
            <a:ext cx="9990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 title="Modelo Relacio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038" y="1493750"/>
            <a:ext cx="9924027" cy="498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System Architecture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663024" y="1676401"/>
            <a:ext cx="10824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architectural pattern for development and Physical View Diagram: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0" y="2659725"/>
            <a:ext cx="574357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0" title="Diagrama de Despliegue Logistic Fou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2175" y="2087075"/>
            <a:ext cx="6399826" cy="454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System Architecture</a:t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757369" y="1558075"/>
            <a:ext cx="283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Diagrams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475" y="881550"/>
            <a:ext cx="4246750" cy="58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85abd29859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606900"/>
            <a:ext cx="3497325" cy="61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85abd29859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6725" y="801275"/>
            <a:ext cx="3193150" cy="60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5abd29859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7725" y="466738"/>
            <a:ext cx="2935004" cy="639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Development Technologies</a:t>
            </a: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641252" y="1828016"/>
            <a:ext cx="10861200" cy="5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Programming language: Python (for the backend with Django) and JavaScript (for the frontend interaction).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Django: </a:t>
            </a:r>
            <a:r>
              <a:rPr lang="es-CL">
                <a:solidFill>
                  <a:schemeClr val="dk1"/>
                </a:solidFill>
              </a:rPr>
              <a:t>A Python web development framework used for backend creation, database management, authentication, and routing.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Supabase: </a:t>
            </a:r>
            <a:r>
              <a:rPr lang="es-CL">
                <a:solidFill>
                  <a:schemeClr val="dk1"/>
                </a:solidFill>
              </a:rPr>
              <a:t>A backend-as-a-service platform used for real-time database management, user authentication, and file storage.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Database: PostgreSQL, </a:t>
            </a:r>
            <a:r>
              <a:rPr lang="es-CL">
                <a:solidFill>
                  <a:schemeClr val="dk1"/>
                </a:solidFill>
              </a:rPr>
              <a:t>managed by Supabase for structured storage and real-time queries.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Operating system: </a:t>
            </a:r>
            <a:r>
              <a:rPr lang="es-CL">
                <a:solidFill>
                  <a:schemeClr val="dk1"/>
                </a:solidFill>
              </a:rPr>
              <a:t>Compatible with </a:t>
            </a:r>
            <a:r>
              <a:rPr b="1" lang="es-CL">
                <a:solidFill>
                  <a:schemeClr val="dk1"/>
                </a:solidFill>
              </a:rPr>
              <a:t>Windows 10 Pro 64-bit </a:t>
            </a:r>
            <a:r>
              <a:rPr lang="es-CL">
                <a:solidFill>
                  <a:schemeClr val="dk1"/>
                </a:solidFill>
              </a:rPr>
              <a:t>for development and deployment.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Development environment: VS Code or PyCharm </a:t>
            </a:r>
            <a:r>
              <a:rPr lang="es-CL">
                <a:solidFill>
                  <a:schemeClr val="dk1"/>
                </a:solidFill>
              </a:rPr>
              <a:t>as editors, with virtualization tools such as Docker if needed.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Versioning: Git</a:t>
            </a:r>
            <a:r>
              <a:rPr lang="es-CL">
                <a:solidFill>
                  <a:schemeClr val="dk1"/>
                </a:solidFill>
              </a:rPr>
              <a:t> for version control and </a:t>
            </a:r>
            <a:r>
              <a:rPr b="1" lang="es-CL">
                <a:solidFill>
                  <a:schemeClr val="dk1"/>
                </a:solidFill>
              </a:rPr>
              <a:t>GitHub</a:t>
            </a:r>
            <a:r>
              <a:rPr lang="es-CL">
                <a:solidFill>
                  <a:schemeClr val="dk1"/>
                </a:solidFill>
              </a:rPr>
              <a:t> for collaboration and deployment.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Format support:</a:t>
            </a:r>
            <a:r>
              <a:rPr lang="es-CL">
                <a:solidFill>
                  <a:schemeClr val="dk1"/>
                </a:solidFill>
              </a:rPr>
              <a:t> The system supports exporting and importing </a:t>
            </a:r>
            <a:r>
              <a:rPr b="1" lang="es-CL">
                <a:solidFill>
                  <a:schemeClr val="dk1"/>
                </a:solidFill>
              </a:rPr>
              <a:t>PDF</a:t>
            </a:r>
            <a:r>
              <a:rPr lang="es-CL">
                <a:solidFill>
                  <a:schemeClr val="dk1"/>
                </a:solidFill>
              </a:rPr>
              <a:t> and </a:t>
            </a:r>
            <a:r>
              <a:rPr b="1" lang="es-CL">
                <a:solidFill>
                  <a:schemeClr val="dk1"/>
                </a:solidFill>
              </a:rPr>
              <a:t>XLS files.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Planning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894389" y="2028312"/>
            <a:ext cx="4990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Timeline of significant project milestones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13"/>
          <p:cNvGraphicFramePr/>
          <p:nvPr/>
        </p:nvGraphicFramePr>
        <p:xfrm>
          <a:off x="2160159" y="2551938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AB4EC"/>
                    </a:gs>
                    <a:gs pos="50000">
                      <a:srgbClr val="8DA8E2"/>
                    </a:gs>
                    <a:gs pos="100000">
                      <a:srgbClr val="789BE3"/>
                    </a:gs>
                  </a:gsLst>
                  <a:lin ang="5400012" scaled="0"/>
                </a:gradFill>
                <a:tableStyleId>{EA01888B-B3C9-44C5-9FC1-84B544D7EE01}</a:tableStyleId>
              </a:tblPr>
              <a:tblGrid>
                <a:gridCol w="3222225"/>
                <a:gridCol w="4313250"/>
              </a:tblGrid>
              <a:tr h="3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/>
                        <a:t>Phase Name</a:t>
                      </a:r>
                      <a:endParaRPr b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/>
                        <a:t>Dates</a:t>
                      </a:r>
                      <a:endParaRPr b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rgbClr val="FFFFFF"/>
                          </a:solidFill>
                        </a:rPr>
                        <a:t>Phase 1 - Project Definition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10/09/2025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919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rgbClr val="FFFFFF"/>
                          </a:solidFill>
                        </a:rPr>
                        <a:t>Phase 2 Part 1 - Project Development Documentation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08/10/2025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rgbClr val="FFFFFF"/>
                          </a:solidFill>
                        </a:rPr>
                        <a:t>Phase 2 Part 2 - Project Development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05/11/2025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rgbClr val="FFFFFF"/>
                          </a:solidFill>
                        </a:rPr>
                        <a:t>Phase 3 - Project Presentation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03/12/2025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Summary of Estimated Project Costs</a:t>
            </a:r>
            <a:endParaRPr/>
          </a:p>
        </p:txBody>
      </p:sp>
      <p:pic>
        <p:nvPicPr>
          <p:cNvPr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38" y="3474500"/>
            <a:ext cx="6054300" cy="18478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96" name="Google Shape;1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8638" y="3474500"/>
            <a:ext cx="5943575" cy="18478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6475" y="5481513"/>
            <a:ext cx="64579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2988" y="1667488"/>
            <a:ext cx="91249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5abd29859_4_8"/>
          <p:cNvSpPr txBox="1"/>
          <p:nvPr/>
        </p:nvSpPr>
        <p:spPr>
          <a:xfrm>
            <a:off x="565108" y="13722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presentation of the developed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