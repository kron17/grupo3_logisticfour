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p39r8nKspkp5NBZili017VOmc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422859-F0C4-4756-84E4-A01FBFEE3072}">
  <a:tblStyle styleId="{E8422859-F0C4-4756-84E4-A01FBFEE30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abd2985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85abd29859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5abd29859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5abd2985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5abd29859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85abd29859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“LogisticFour”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63226" y="830634"/>
            <a:ext cx="6781052" cy="4590130"/>
            <a:chOff x="0" y="0"/>
            <a:chExt cx="6781052" cy="459013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Freddy Cardenas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Antonio Martinez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Mardones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Kevin Bustos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063226" y="5579789"/>
            <a:ext cx="6781052" cy="1067400"/>
            <a:chOff x="0" y="3522730"/>
            <a:chExt cx="6781052" cy="10674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s-CL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Mario Silva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Distribuidora Andes Ltda. no tiene control centralizado de inventario, lo que genera errores, pérdidas y falta de trazabilidad.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Gestor de Inventario centralizado en tiempo real, con reportes, alertas y trazabilidad para optimizar control y reducir pérdidas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Gestor de Inventario centralizado para reducir pérdidas, optimizar tiempos y asegurar información confiable.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Poder administrar los inventarios de bodegas, sucursales y obtener información acerca del estado de los productos.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914374" y="1664801"/>
            <a:ext cx="100728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 inventario en tiempo real.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entradas, salidas y transferencias.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reportes y alertas de stock.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roles y permisos de usuarios.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Mantiene trazabilidad de productos y proveedores.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contabilidad ni facturación.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 el ERP financiero.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cubre logística de transporte.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capacita al personal automáticamente.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41421" y="1054450"/>
            <a:ext cx="62037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9475" y="2055425"/>
            <a:ext cx="10771800" cy="42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administradores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auditores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bodegueros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proveedores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productos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bodega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inventario por bodega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sucursal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inventario por sucursal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Administrador de perfiles de usuarios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Iniciar sesión (login)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Enviar alertas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Entregar reportes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Visualizar historial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del Sistema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web y escritorio</a:t>
            </a:r>
            <a:b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amigable: colores, tipografía y facilidad de uso</a:t>
            </a:r>
            <a:b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Seguro, confiable y capaz de respaldar datos</a:t>
            </a:r>
            <a:b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Disponible todos los días y adaptado a todos los dispositivos</a:t>
            </a:r>
            <a:b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Operaciones correctas, eficientes y con buena interoperabilidad</a:t>
            </a:r>
            <a:b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Rendimiento óptimo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5abd29859_4_0"/>
          <p:cNvSpPr txBox="1"/>
          <p:nvPr>
            <p:ph type="title"/>
          </p:nvPr>
        </p:nvSpPr>
        <p:spPr>
          <a:xfrm>
            <a:off x="1105500" y="869625"/>
            <a:ext cx="99810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(Diagrama de casos de uso)</a:t>
            </a:r>
            <a:endParaRPr/>
          </a:p>
        </p:txBody>
      </p:sp>
      <p:pic>
        <p:nvPicPr>
          <p:cNvPr id="147" name="Google Shape;147;g385abd29859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700" y="1882900"/>
            <a:ext cx="5258501" cy="48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641252" y="8724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Sistema(Modelo Relacional)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574667" y="1988906"/>
            <a:ext cx="999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 title="Modelo Relacio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38" y="1493750"/>
            <a:ext cx="9924027" cy="498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663024" y="1676401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seleccionado para el desarrollo y Diagrama Vista Física: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0" y="2659725"/>
            <a:ext cx="574357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0" title="Diagrama de Despliegue Logistic Fou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2175" y="2076650"/>
            <a:ext cx="6399826" cy="459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757369" y="1558075"/>
            <a:ext cx="283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475" y="881550"/>
            <a:ext cx="4246750" cy="58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85abd29859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606900"/>
            <a:ext cx="3497325" cy="61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85abd29859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6725" y="801275"/>
            <a:ext cx="3193150" cy="60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5abd29859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7725" y="466738"/>
            <a:ext cx="2935004" cy="639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2" name="Google Shape;182;p12"/>
          <p:cNvSpPr txBox="1"/>
          <p:nvPr/>
        </p:nvSpPr>
        <p:spPr>
          <a:xfrm>
            <a:off x="641252" y="1828016"/>
            <a:ext cx="10861200" cy="6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 de programación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Python (para el backend con Django) y JavaScript (para la interacción del frontend).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Framework de desarrollo web en Python, utilizado para la creación del backend, manejo de bases de datos, autenticación y gestión de rutas.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Plataforma de backend como servicio, utilizada para la gestión de base de datos en tiempo real, autenticación de usuarios y almacenamiento de archivos.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PostgreSQL, gestionada por Supabase para almacenamiento estructurado y consultas en tiempo real.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operativo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Compatible con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 10 Pro 64 bits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el entorno de desarrollo y despliegue.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de desarrollo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 Code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editores, con herramientas de virtualización como Docker si es necesario.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Versionamiento de código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control de versiones y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la colaboración y despliegue.</a:t>
            </a:r>
            <a:b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Compatibilidad con formatos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sistema soporta exportación e importación de archivos en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XLS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894389" y="2028312"/>
            <a:ext cx="4990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13"/>
          <p:cNvGraphicFramePr/>
          <p:nvPr/>
        </p:nvGraphicFramePr>
        <p:xfrm>
          <a:off x="2160159" y="2551938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B4EC"/>
                    </a:gs>
                    <a:gs pos="50000">
                      <a:srgbClr val="8DA8E2"/>
                    </a:gs>
                    <a:gs pos="100000">
                      <a:srgbClr val="789BE3"/>
                    </a:gs>
                  </a:gsLst>
                  <a:lin ang="5400012" scaled="0"/>
                </a:gradFill>
                <a:tableStyleId>{E8422859-F0C4-4756-84E4-A01FBFEE3072}</a:tableStyleId>
              </a:tblPr>
              <a:tblGrid>
                <a:gridCol w="3222225"/>
                <a:gridCol w="4313250"/>
              </a:tblGrid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cap="none" strike="noStrike">
                          <a:solidFill>
                            <a:srgbClr val="FFFFFF"/>
                          </a:solidFill>
                        </a:rPr>
                        <a:t>Fase 1 - Definición del Proyecto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10/09/2025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1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cap="none" strike="noStrike">
                          <a:solidFill>
                            <a:srgbClr val="FFFFFF"/>
                          </a:solidFill>
                        </a:rPr>
                        <a:t>Fase 2 Parte 1- Documentación del Desarrollo del Proyecto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08/10/2025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cap="none" strike="noStrike">
                          <a:solidFill>
                            <a:srgbClr val="FFFFFF"/>
                          </a:solidFill>
                        </a:rPr>
                        <a:t>Fase 2 Parte 2 - Desarrollo del Proyecto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</a:t>
                      </a: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/11/2025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cap="none" strike="noStrike">
                          <a:solidFill>
                            <a:srgbClr val="FFFFFF"/>
                          </a:solidFill>
                        </a:rPr>
                        <a:t>Fase 3 - Presentación del Proyecto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CL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03/12/2025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38" y="3474500"/>
            <a:ext cx="6054300" cy="18478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8638" y="3474500"/>
            <a:ext cx="5943575" cy="18478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6475" y="5481513"/>
            <a:ext cx="64579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2988" y="1667488"/>
            <a:ext cx="91249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5abd29859_4_8"/>
          <p:cNvSpPr txBox="1"/>
          <p:nvPr/>
        </p:nvSpPr>
        <p:spPr>
          <a:xfrm>
            <a:off x="565108" y="13722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